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m karthik" userId="63e3fcbde2f0bbdf" providerId="LiveId" clId="{A4769377-7704-4C56-BD87-3492B21F231A}"/>
    <pc:docChg chg="undo custSel modSld">
      <pc:chgData name="sriram karthik" userId="63e3fcbde2f0bbdf" providerId="LiveId" clId="{A4769377-7704-4C56-BD87-3492B21F231A}" dt="2026-06-30T12:50:44.795" v="6" actId="1076"/>
      <pc:docMkLst>
        <pc:docMk/>
      </pc:docMkLst>
      <pc:sldChg chg="addSp delSp modSp mod">
        <pc:chgData name="sriram karthik" userId="63e3fcbde2f0bbdf" providerId="LiveId" clId="{A4769377-7704-4C56-BD87-3492B21F231A}" dt="2026-06-30T12:50:44.795" v="6" actId="1076"/>
        <pc:sldMkLst>
          <pc:docMk/>
          <pc:sldMk cId="454380129" sldId="262"/>
        </pc:sldMkLst>
        <pc:picChg chg="add del">
          <ac:chgData name="sriram karthik" userId="63e3fcbde2f0bbdf" providerId="LiveId" clId="{A4769377-7704-4C56-BD87-3492B21F231A}" dt="2026-06-30T12:49:58.701" v="3" actId="22"/>
          <ac:picMkLst>
            <pc:docMk/>
            <pc:sldMk cId="454380129" sldId="262"/>
            <ac:picMk id="6" creationId="{4E14C809-1520-8331-AB1E-707951636C24}"/>
          </ac:picMkLst>
        </pc:picChg>
        <pc:picChg chg="add mod">
          <ac:chgData name="sriram karthik" userId="63e3fcbde2f0bbdf" providerId="LiveId" clId="{A4769377-7704-4C56-BD87-3492B21F231A}" dt="2026-06-30T12:50:44.795" v="6" actId="1076"/>
          <ac:picMkLst>
            <pc:docMk/>
            <pc:sldMk cId="454380129" sldId="262"/>
            <ac:picMk id="8" creationId="{48EFD238-140C-991A-33CF-5E836DE8C1A9}"/>
          </ac:picMkLst>
        </pc:picChg>
        <pc:inkChg chg="add del">
          <ac:chgData name="sriram karthik" userId="63e3fcbde2f0bbdf" providerId="LiveId" clId="{A4769377-7704-4C56-BD87-3492B21F231A}" dt="2026-06-30T12:49:32.555" v="1"/>
          <ac:inkMkLst>
            <pc:docMk/>
            <pc:sldMk cId="454380129" sldId="262"/>
            <ac:inkMk id="4" creationId="{D5B26EE7-BCD2-EB22-37CC-A2B6272526D6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1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03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20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6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77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66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17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29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6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34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5198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16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8809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9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500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71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51E7C-7FD9-4587-82C5-CBD56E92F1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664489-B67C-4712-B072-6EFAC103C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0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1AA7-C18D-32E6-1C2A-6340E660B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95167"/>
            <a:ext cx="7766936" cy="2033833"/>
          </a:xfrm>
        </p:spPr>
        <p:txBody>
          <a:bodyPr/>
          <a:lstStyle/>
          <a:p>
            <a:r>
              <a:rPr lang="en-IN" dirty="0"/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121EB-A9C6-4BDC-92B2-16D697601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770723"/>
            <a:ext cx="7766936" cy="999240"/>
          </a:xfrm>
        </p:spPr>
        <p:txBody>
          <a:bodyPr>
            <a:normAutofit fontScale="85000" lnSpcReduction="20000"/>
          </a:bodyPr>
          <a:lstStyle/>
          <a:p>
            <a:r>
              <a:rPr lang="en-US" sz="3900" dirty="0"/>
              <a:t>Apex Planet Internship</a:t>
            </a:r>
          </a:p>
          <a:p>
            <a:r>
              <a:rPr lang="en-US" sz="3200" dirty="0"/>
              <a:t>M Sriram Karthik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3223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0BC4-D597-650C-8C8D-1A5670BB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0C877-E613-7878-9729-6D0052503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Perform Exploratory Data Analysis (EDA)</a:t>
            </a:r>
          </a:p>
          <a:p>
            <a:r>
              <a:rPr lang="en-IN" dirty="0"/>
              <a:t>Identify KPIs, trends, anomalies</a:t>
            </a:r>
          </a:p>
          <a:p>
            <a:r>
              <a:rPr lang="en-IN" dirty="0"/>
              <a:t>Prepare dataset for deeper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65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E72C-F776-39CE-D999-FE73CBE5B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Overview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19097-92C7-5FEC-0D6E-D8816547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size: [rows, columns]</a:t>
            </a:r>
          </a:p>
          <a:p>
            <a:r>
              <a:rPr lang="en-IN" dirty="0"/>
              <a:t>Timeframe: [insert period]</a:t>
            </a:r>
          </a:p>
          <a:p>
            <a:r>
              <a:rPr lang="en-IN" dirty="0"/>
              <a:t>KPIs selected: Sales, Conversion, Retention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70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B4D5-7462-45A1-827B-8CDC4936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6868E-E089-981A-3D71-83E312A3C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KPI calculations (growth %, averages)</a:t>
            </a:r>
          </a:p>
          <a:p>
            <a:r>
              <a:rPr lang="en-IN" dirty="0"/>
              <a:t>Cohort analysis (user retention patterns)</a:t>
            </a:r>
          </a:p>
          <a:p>
            <a:r>
              <a:rPr lang="en-IN" dirty="0"/>
              <a:t>Funnel analysis (drop‑off points)</a:t>
            </a:r>
          </a:p>
          <a:p>
            <a:r>
              <a:rPr lang="en-IN" dirty="0"/>
              <a:t>Segmentation (customer groups by </a:t>
            </a:r>
            <a:r>
              <a:rPr lang="en-IN" dirty="0" err="1"/>
              <a:t>behavior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19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93A8-38CD-7304-F86E-3CCD7542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0CD8-FEFA-C31A-FF13-77AC8B7DF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Built interactive dashboard in Power BI/Excel</a:t>
            </a:r>
          </a:p>
          <a:p>
            <a:r>
              <a:rPr lang="en-IN" dirty="0"/>
              <a:t>Visuals: KPI cards, cohort heatmap, funnel chart, segmentation scatter plot</a:t>
            </a:r>
          </a:p>
          <a:p>
            <a:r>
              <a:rPr lang="en-IN" dirty="0"/>
              <a:t>Dashboard enables quick decision‑making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744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6980-713B-4E59-BC15-6264BD0E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F399C-42F7-BC76-3177-5E386B1A1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H₀ (Null): No difference in conversion rates before vs after redesign</a:t>
            </a:r>
          </a:p>
          <a:p>
            <a:r>
              <a:rPr lang="en-IN" dirty="0"/>
              <a:t>H₁ (Alternative): Redesign improved conversion rates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5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D8CF-F750-72D8-5C44-E5BAB6F9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Validation: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F9C-E492-28C9-4183-E55E2B59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Conversion Before = X%</a:t>
            </a:r>
          </a:p>
          <a:p>
            <a:r>
              <a:rPr lang="en-IN" dirty="0"/>
              <a:t>Conversion After = Y%</a:t>
            </a:r>
          </a:p>
          <a:p>
            <a:r>
              <a:rPr lang="en-IN" dirty="0"/>
              <a:t>p‑value = Z</a:t>
            </a:r>
          </a:p>
          <a:p>
            <a:r>
              <a:rPr lang="en-IN" dirty="0"/>
              <a:t>Conclusion: p &lt; 0.05 → Statistically significant improvement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EFD238-140C-991A-33CF-5E836DE8C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84" y="4241210"/>
            <a:ext cx="7902625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8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A5FA-F676-84BB-5628-AA0CCDFB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85CF-EE76-0F8D-5214-6F30AA140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Conversions increased → higher revenue potential</a:t>
            </a:r>
          </a:p>
          <a:p>
            <a:r>
              <a:rPr lang="en-IN" dirty="0"/>
              <a:t>Improved user experience → stronger retention</a:t>
            </a:r>
          </a:p>
          <a:p>
            <a:r>
              <a:rPr lang="en-IN" dirty="0"/>
              <a:t>Data‑driven confidence in rollout decision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8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92A2-9A92-0A74-2637-327DA38E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294FA-4A34-0456-80BA-64A01FF2D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Roll out redesign globally</a:t>
            </a:r>
          </a:p>
          <a:p>
            <a:r>
              <a:rPr lang="en-IN" dirty="0"/>
              <a:t>Continue monitoring KPIs with dashboard</a:t>
            </a:r>
          </a:p>
          <a:p>
            <a:r>
              <a:rPr lang="en-IN" dirty="0"/>
              <a:t>Apply same validation framework for future changes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41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9886-969F-C4BD-B98D-074100AF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22689"/>
            <a:ext cx="8596668" cy="2554663"/>
          </a:xfrm>
        </p:spPr>
        <p:txBody>
          <a:bodyPr/>
          <a:lstStyle/>
          <a:p>
            <a:r>
              <a:rPr lang="en-US" dirty="0"/>
              <a:t>						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7A192-B4BE-9C21-D25F-2F973332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732256"/>
            <a:ext cx="8596668" cy="1309106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7124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16</TotalTime>
  <Words>221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Data Storytelling &amp; Statistical Validation</vt:lpstr>
      <vt:lpstr>Objective :</vt:lpstr>
      <vt:lpstr>Data Overview :</vt:lpstr>
      <vt:lpstr>Insights:</vt:lpstr>
      <vt:lpstr>Dashboard:</vt:lpstr>
      <vt:lpstr>Hypothesis Statement:</vt:lpstr>
      <vt:lpstr>Statistical Validation: </vt:lpstr>
      <vt:lpstr>Business Impact:</vt:lpstr>
      <vt:lpstr>Recommendation: </vt:lpstr>
      <vt:lpstr>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karthik</dc:creator>
  <cp:lastModifiedBy>sriram karthik</cp:lastModifiedBy>
  <cp:revision>1</cp:revision>
  <dcterms:created xsi:type="dcterms:W3CDTF">2026-06-30T12:26:46Z</dcterms:created>
  <dcterms:modified xsi:type="dcterms:W3CDTF">2026-06-30T12:50:46Z</dcterms:modified>
</cp:coreProperties>
</file>